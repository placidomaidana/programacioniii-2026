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Crear Migraciones de Ejemplo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Agregar columnas nuevas a distintas tablas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Editar Migración (Ejemplo Students)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latin typeface="Segoe UI"/>
              </a:defRPr>
            </a:pPr>
            <a:r>
              <a:t>👉 Regla de oro: </a:t>
            </a:r>
            <a:r>
              <a:rPr b="1"/>
              <a:t>no editar migraciones ya ejecutadas</a:t>
            </a:r>
            <a:r>
              <a:t>, siempre crear nuevas.</a:t>
            </a:r>
          </a:p>
          <a:p>
            <a:pPr>
              <a:defRPr sz="1600">
                <a:latin typeface="Segoe UI"/>
              </a:defRPr>
            </a:pPr>
            <a:r>
              <a:t>---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solidFill>
            <a:srgbClr val="291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100">
                <a:solidFill>
                  <a:srgbClr val="D9FAFD"/>
                </a:solidFill>
                <a:latin typeface="Segoe UI Semibold"/>
              </a:defRPr>
            </a:pPr>
            <a:r>
              <a:t>public function up()</a:t>
            </a:r>
            <a:br/>
            <a:r>
              <a:t>{</a:t>
            </a:r>
            <a:br/>
            <a:r>
              <a:t>    Schema::table('students', function (Blueprint $table) {</a:t>
            </a:r>
            <a:br/>
            <a:r>
              <a:t>        $table-&gt;string('phone')-&gt;nullable();      // nuevo campo teléfono</a:t>
            </a:r>
            <a:br/>
            <a:r>
              <a:t>        $table-&gt;date('birth_date')-&gt;nullable();   // nuevo campo fecha de nacimiento</a:t>
            </a:r>
            <a:br/>
            <a:r>
              <a:t>    });</a:t>
            </a:r>
            <a:br/>
            <a:r>
              <a:t>}</a:t>
            </a:r>
            <a:br/>
            <a:br/>
            <a:r>
              <a:t>public function down()</a:t>
            </a:r>
            <a:br/>
            <a:r>
              <a:t>{</a:t>
            </a:r>
            <a:br/>
            <a:r>
              <a:t>    Schema::table('students', function (Blueprint $table) {</a:t>
            </a:r>
            <a:br/>
            <a:r>
              <a:t>        $table-&gt;dropColumn(['phone', 'birth_date']); // revertir cambios</a:t>
            </a:r>
            <a:br/>
            <a:r>
              <a:t>  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Ver Estado y Ejecutar Migraciones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 qué migraciones están pendientes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Ejecutar todas las migraciones pendientes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Verificar nuevamente el estado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Revertir Migraciones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Revertir la última migración (último batch)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Revertir todas las migraciones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Volver a ejecutar desde cero (rollback + migrate)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Borrar todas las tablas y reconstruir limpio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Flujo Didáctico en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solidFill>
            <a:srgbClr val="004080"/>
          </a:solidFill>
          <a:ln w="1270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>
                <a:solidFill>
                  <a:srgbClr val="E8E8E8"/>
                </a:solidFill>
                <a:latin typeface="Consolas"/>
              </a:defRPr>
            </a:pPr>
            <a:r>
              <a:t>#### 1. Mostrar estado actual</a:t>
            </a:r>
            <a:br/>
            <a:r>
              <a:t>php artisan migrate:status</a:t>
            </a:r>
            <a:br/>
            <a:br/>
            <a:r>
              <a:t>#### 2. Crear migración nueva</a:t>
            </a:r>
            <a:br/>
            <a:r>
              <a:t>php artisan make:migration add_phone_to_students_table --table=students</a:t>
            </a:r>
            <a:br/>
            <a:br/>
            <a:r>
              <a:t>#### 3. Editar archivo con up()/down()</a:t>
            </a:r>
            <a:br/>
            <a:br/>
            <a:r>
              <a:t>#### 4. Ejecutar migraciones</a:t>
            </a:r>
            <a:br/>
            <a:r>
              <a:t>php artisan migrate</a:t>
            </a:r>
            <a:br/>
            <a:br/>
            <a:r>
              <a:t>#### 5. Verificar estado</a:t>
            </a:r>
            <a:br/>
            <a:r>
              <a:t>php artisan migrate:status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6. Revertir cambios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6: Resumen para Estudiantes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457200" y="2286000"/>
            <a:ext cx="82296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</a:p>
          <a:p>
            <a:pPr>
              <a:defRPr sz="1400">
                <a:solidFill>
                  <a:srgbClr val="000000"/>
                </a:solidFill>
                <a:latin typeface="Segoe UI"/>
              </a:defRPr>
            </a:pPr>
            <a:r>
              <a:t>Las migraciones son archivos PHP que definen cambios en la base de datos.</a:t>
            </a:r>
          </a:p>
          <a:p>
            <a:pPr>
              <a:defRPr sz="1400">
                <a:solidFill>
                  <a:srgbClr val="000000"/>
                </a:solidFill>
                <a:latin typeface="Segoe UI"/>
              </a:defRPr>
            </a:pPr>
            <a:r>
              <a:t>Se ejecutan en orden por timestamp y se registran en la tabla migrations.</a:t>
            </a:r>
          </a:p>
          <a:p>
            <a:pPr>
              <a:defRPr sz="1400">
                <a:solidFill>
                  <a:srgbClr val="000000"/>
                </a:solidFill>
                <a:latin typeface="Segoe UI"/>
              </a:defRPr>
            </a:pPr>
            <a:r>
              <a:t>Siempre usar up() para aplicar y down() para revertir.</a:t>
            </a:r>
          </a:p>
          <a:p>
            <a:pPr>
              <a:defRPr sz="1400">
                <a:solidFill>
                  <a:srgbClr val="000000"/>
                </a:solidFill>
                <a:latin typeface="Segoe UI"/>
              </a:defRPr>
            </a:pPr>
            <a:r>
              <a:t>Artisan provee comandos para crear, aplicar, revertir y reiniciar migraciones.</a:t>
            </a:r>
          </a:p>
          <a:p>
            <a:pPr>
              <a:defRPr sz="1400">
                <a:solidFill>
                  <a:srgbClr val="000000"/>
                </a:solidFill>
                <a:latin typeface="Segoe UI"/>
              </a:defRPr>
            </a:pPr>
            <a:r>
              <a:t>En producción: nunca editar migraciones ya corridas, siempre crear nuevas.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